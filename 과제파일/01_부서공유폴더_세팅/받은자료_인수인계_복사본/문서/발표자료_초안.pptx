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주간 업무 보고</a:t>
            </a:r>
          </a:p>
          <a:p>
            <a:r>
              <a:rPr sz="1800">
                <a:solidFill>
                  <a:srgbClr val="CFE3E6"/>
                </a:solidFill>
                <a:latin typeface="맑은 고딕"/>
              </a:rPr>
              <a:t>기획팀 · 2025년 3월 2주차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4C5C"/>
                </a:solidFill>
                <a:latin typeface="맑은 고딕"/>
              </a:rPr>
              <a:t>이번 주 주요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011680" cy="54864"/>
          </a:xfrm>
          <a:prstGeom prst="rect">
            <a:avLst/>
          </a:prstGeom>
          <a:solidFill>
            <a:srgbClr val="FB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교육 프로그램 기획안 초안 작성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협력사 미팅 2건 및 회의록 정리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월간 매출 데이터 분석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사내 공지문 2건 배포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4C5C"/>
                </a:solidFill>
                <a:latin typeface="맑은 고딕"/>
              </a:rPr>
              <a:t>진행 현황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011680" cy="54864"/>
          </a:xfrm>
          <a:prstGeom prst="rect">
            <a:avLst/>
          </a:prstGeom>
          <a:solidFill>
            <a:srgbClr val="FB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교육 기획안: 90% (검토 대기)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제휴 계약: 협의 중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매출 분석: 70% 진행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4C5C"/>
                </a:solidFill>
                <a:latin typeface="맑은 고딕"/>
              </a:rPr>
              <a:t>다음 주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011680" cy="54864"/>
          </a:xfrm>
          <a:prstGeom prst="rect">
            <a:avLst/>
          </a:prstGeom>
          <a:solidFill>
            <a:srgbClr val="FB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교육 기획안 최종 제출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제휴 계약서 작성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2313B"/>
                </a:solidFill>
                <a:latin typeface="맑은 고딕"/>
              </a:rPr>
              <a:t>• 분기 보고서 초안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