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2025년 상반기 매출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표지</a:t>
            </a:r>
          </a:p>
          <a:p>
            <a:r>
              <a:t>보고기간: 2025년 1~6월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전체 실적</a:t>
            </a:r>
          </a:p>
          <a:p>
            <a:r>
              <a:t>2. 월별 매출</a:t>
            </a:r>
          </a:p>
          <a:p>
            <a:r>
              <a:t>3. 제품별 분석</a:t>
            </a:r>
          </a:p>
          <a:p>
            <a:r>
              <a:t>4. 지역별 분석</a:t>
            </a:r>
          </a:p>
          <a:p>
            <a:r>
              <a:t>5. 성과 및 이슈</a:t>
            </a:r>
          </a:p>
          <a:p>
            <a:r>
              <a:t>6. 하반기 전략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실적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총매출 28억4,200만 원</a:t>
            </a:r>
          </a:p>
          <a:p>
            <a:r>
              <a:t>전년 대비 +12.3%</a:t>
            </a:r>
          </a:p>
          <a:p>
            <a:r>
              <a:t>총 판매건수 1,847건</a:t>
            </a:r>
          </a:p>
          <a:p>
            <a:r>
              <a:t>최고 매출월: 4월</a:t>
            </a:r>
          </a:p>
          <a:p>
            <a:r>
              <a:t>최저 매출월: 3월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월별 매출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첨부 CSV 데이터를 활용한 월별 매출 추이 표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프리미엄 44.2%</a:t>
            </a:r>
          </a:p>
          <a:p>
            <a:r>
              <a:t>엔터프라이즈 39.1%</a:t>
            </a:r>
          </a:p>
          <a:p>
            <a:r>
              <a:t>베이직 16.7%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지역별 매출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수도권 62.3%</a:t>
            </a:r>
          </a:p>
          <a:p>
            <a:r>
              <a:t>영남권 18.7%</a:t>
            </a:r>
          </a:p>
          <a:p>
            <a:r>
              <a:t>충청권 9.4%</a:t>
            </a:r>
          </a:p>
          <a:p>
            <a:r>
              <a:t>호남권 6.2%</a:t>
            </a:r>
          </a:p>
          <a:p>
            <a:r>
              <a:t>기타 3.4%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성과 및 이슈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신규고객 목표 108% 달성</a:t>
            </a:r>
          </a:p>
          <a:p>
            <a:r>
              <a:t>NPS 72점</a:t>
            </a:r>
          </a:p>
          <a:p>
            <a:r>
              <a:t>3월 매출 감소 대응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하반기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프리미엄 프로모션 강화</a:t>
            </a:r>
          </a:p>
          <a:p>
            <a:r>
              <a:t>엔터프라이즈 세미나</a:t>
            </a:r>
          </a:p>
          <a:p>
            <a:r>
              <a:t>지역 균형 전략</a:t>
            </a:r>
          </a:p>
          <a:p>
            <a:r>
              <a:t>마케팅 예산 20% 증액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상반기 성장세 유지 및 하반기 확대 전략 추진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