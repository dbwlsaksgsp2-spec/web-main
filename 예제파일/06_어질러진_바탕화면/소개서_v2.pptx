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회사 소개서</a:t>
            </a:r>
          </a:p>
          <a:p>
            <a:r>
              <a:rPr sz="1800">
                <a:solidFill>
                  <a:srgbClr val="CFE3E6"/>
                </a:solidFill>
                <a:latin typeface="맑은 고딕"/>
              </a:rPr>
              <a:t>(주)스마트오피스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회사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설립: 2018년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임직원: 85명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본사: 서울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핵심 가치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고객 중심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끊임없는 혁신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함께 성장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주요 서비스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문서 자동화 솔루션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데이터 분석 컨설팅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교육 프로그램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