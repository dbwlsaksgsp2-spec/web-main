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신제품 출시 제안서</a:t>
            </a:r>
          </a:p>
          <a:p>
            <a:r>
              <a:rPr sz="1800">
                <a:solidFill>
                  <a:srgbClr val="CFE3E6"/>
                </a:solidFill>
                <a:latin typeface="맑은 고딕"/>
              </a:rPr>
              <a:t>마케팅팀 · 스마트 오피스 솔루션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시장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사무 자동화 시장 연 20% 성장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중소기업 도입률 35%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경쟁 심화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제품 컨셉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누구나 쓰는 쉬운 자동화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한국어 AI 비서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합리적 요금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기대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업무 시간 절감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고객 만족도 상승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신규 매출 창출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출시 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1분기 개발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2분기 베타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3분기 정식 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